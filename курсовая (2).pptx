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691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36DDA-048C-47AE-8F05-9DEAD892C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5FBA44-6BD6-4F42-BAA3-D4F8E2AE4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4E5D1C-79D8-43DA-B4EA-EE3A8995F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873A-5FC4-46BF-95B3-1DB7B6B0052A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9EC23F-F5EA-445E-879A-6E1BF8EFC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E73F3B-F4ED-411B-BEE3-8224CA44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883A5-061A-4F47-8D87-3EF6EB259D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63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D851C9-A2E9-4E40-AE44-AAB4754E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3D66D2-89A3-46A9-9A3C-67594062F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561D8D-3710-44AF-B7D2-E7101F75B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873A-5FC4-46BF-95B3-1DB7B6B0052A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7AD3DD-EA9B-4AEE-A78F-1369F25F1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B9DB4C-062F-4AF1-BBDD-F82FCAF4D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883A5-061A-4F47-8D87-3EF6EB259D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449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4D101-9244-45E1-B898-FE7A72789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604EAA-AE79-4464-8507-C5CA31B70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8DCD9A-B32E-4E1C-9D9F-5E0DD6903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873A-5FC4-46BF-95B3-1DB7B6B0052A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03338A-C9A9-428C-B09F-56DEC398A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D05DDF-76CC-4ECE-8856-E534B4D5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883A5-061A-4F47-8D87-3EF6EB259D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666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A43C2-F6E8-4344-912E-ED6D494C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34D976-9C5C-4062-B87E-CB8D60F5C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94A433-B456-4C43-B9FC-4DC78257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FABBAD-1EBD-4AB4-B246-804DFFDA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873A-5FC4-46BF-95B3-1DB7B6B0052A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2D19E6-6AD5-4FCC-9460-98E4A457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6D25FE-4D8C-4B66-A692-B115EFEC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883A5-061A-4F47-8D87-3EF6EB259D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752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3EDA28-53D3-4298-A39A-C7D6D3AA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FA679F-4FFC-463A-8C23-7C5E70153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220079-0A2B-448A-B417-1EED11C16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237E25-B5D1-40BD-BBBE-B2BB81947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EAE94C-7B62-43AC-9131-6DF9DABAF5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8E45C34-3826-4025-A719-8B5D12C34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873A-5FC4-46BF-95B3-1DB7B6B0052A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59ACD2-FF85-478A-B754-905A9B166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92A808D-4598-4DFA-A146-67DFED10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883A5-061A-4F47-8D87-3EF6EB259D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974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DEC6C-0D98-46AB-A10F-D41CFDE1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37AF61-F101-4EDE-B5BD-FD9FAB64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873A-5FC4-46BF-95B3-1DB7B6B0052A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5C921E3-ABEE-49E5-9641-86AC31B0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6D26A7-DBEF-4B3E-B0DB-D4460159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883A5-061A-4F47-8D87-3EF6EB259D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8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CF49484-D84F-40BE-A194-8CA48A61A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873A-5FC4-46BF-95B3-1DB7B6B0052A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675C79E-A832-4241-ACED-BC089B523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5A0695-3955-46DC-8A41-FA638E2FB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883A5-061A-4F47-8D87-3EF6EB259D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66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CC3642-7211-47F7-9B6F-E67DC80FD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D5A158-F2E9-48AE-95C0-BA1FFEBB9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B4919C-68E2-4715-9BC7-D1435BBD4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8E4091-D48C-48D8-8F02-7B907F918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873A-5FC4-46BF-95B3-1DB7B6B0052A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2FE0B2-0DBD-4DC6-99E2-BBFA0DCE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890DC6-3F46-4FB3-B0E0-122ED846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883A5-061A-4F47-8D87-3EF6EB259D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298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19D2D-D61F-4638-847E-E30F2EDB6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D025FE8-856D-4C58-A60C-2454DBA6A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68AAEE-C2F3-400D-BA13-931A73B0D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3978BA-BAA6-4F1F-BD5C-9D3410ED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873A-5FC4-46BF-95B3-1DB7B6B0052A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68D65B-FA38-4E4E-9D51-E9EBE718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2754CF-12EA-4F68-9C37-FEA86827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883A5-061A-4F47-8D87-3EF6EB259D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67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B58B84-D256-4F98-8E03-6EA2A978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1963A3-820D-4C48-B5C1-7D318FB10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7C1189-FF8C-4D88-BE82-A404F9596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873A-5FC4-46BF-95B3-1DB7B6B0052A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3B598E-FDA8-43B8-846F-7E0C3CF5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552C4F-E6B4-477F-85B2-0C9BDF0E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883A5-061A-4F47-8D87-3EF6EB259D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795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4880F09-91C5-4EE4-A89A-4C5C001226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B5F9E6-0BAE-440C-B8D0-A98252985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544971-C32C-4A8C-A859-0C24E40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873A-5FC4-46BF-95B3-1DB7B6B0052A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135886-781F-4590-8710-D22EA151F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629C38-037E-4716-BCA5-67D9AE76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883A5-061A-4F47-8D87-3EF6EB259D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349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F591D5-5BD1-4638-B401-D5F3D0071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96730B-39C4-4523-91F4-F36EE096C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50608C-36D0-4A28-BC67-AC9EB98A2A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7873A-5FC4-46BF-95B3-1DB7B6B0052A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36341E-B6CE-48EC-BFD9-014FCD00E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0B90D8-DA5D-4C7C-B4CF-0F0110633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883A5-061A-4F47-8D87-3EF6EB259D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31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FFDD0C-711A-4F86-B3B2-0EB7AE894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387"/>
            <a:ext cx="9144000" cy="560133"/>
          </a:xfrm>
        </p:spPr>
        <p:txBody>
          <a:bodyPr>
            <a:no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Липецкой области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ГОАПОУ «Липецкий металлургический колледж»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BABBD4-7347-4CEB-931C-40C06675D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58454"/>
            <a:ext cx="9144000" cy="1655762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на тему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модуля контроля качества производства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информационной системы ООО «ПРЕСТОРУСЬ»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B2E4B06-1689-4F8C-AB93-C5BC59EE285D}"/>
              </a:ext>
            </a:extLst>
          </p:cNvPr>
          <p:cNvSpPr txBox="1">
            <a:spLocks/>
          </p:cNvSpPr>
          <p:nvPr/>
        </p:nvSpPr>
        <p:spPr>
          <a:xfrm>
            <a:off x="4434840" y="6126480"/>
            <a:ext cx="3456432" cy="5601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Липецк 2026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A027E33-15E0-4437-BCA2-F523F9E43019}"/>
              </a:ext>
            </a:extLst>
          </p:cNvPr>
          <p:cNvSpPr txBox="1">
            <a:spLocks/>
          </p:cNvSpPr>
          <p:nvPr/>
        </p:nvSpPr>
        <p:spPr>
          <a:xfrm>
            <a:off x="182880" y="4928617"/>
            <a:ext cx="3026664" cy="1757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 проекта студент гр.</a:t>
            </a:r>
          </a:p>
          <a:p>
            <a:pPr algn="l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ИСиП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22-3</a:t>
            </a:r>
          </a:p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Алёхин И. Н.</a:t>
            </a:r>
          </a:p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проекта</a:t>
            </a:r>
          </a:p>
          <a:p>
            <a:pPr algn="l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Туболец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М. И.</a:t>
            </a:r>
          </a:p>
        </p:txBody>
      </p:sp>
    </p:spTree>
    <p:extLst>
      <p:ext uri="{BB962C8B-B14F-4D97-AF65-F5344CB8AC3E}">
        <p14:creationId xmlns:p14="http://schemas.microsoft.com/office/powerpoint/2010/main" val="191802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E1BB83BF-B96F-41B0-886E-D1B30BFB2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Компания ООО «ПРЕСТОРУСЬ»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98D63E2E-D350-44EE-8A34-843BD83F1F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375" y="1404703"/>
            <a:ext cx="2188713" cy="2271186"/>
          </a:xfrm>
        </p:spPr>
      </p:pic>
      <p:sp>
        <p:nvSpPr>
          <p:cNvPr id="8" name="Объект 7">
            <a:extLst>
              <a:ext uri="{FF2B5EF4-FFF2-40B4-BE49-F238E27FC236}">
                <a16:creationId xmlns:a16="http://schemas.microsoft.com/office/drawing/2014/main" id="{E20C3425-5D55-4ECF-9128-340ED3967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06440" y="1404703"/>
            <a:ext cx="6153912" cy="507008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ООО «ПРЕСТОРУСЬ» - специализируется на производстве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геосинтетических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материалов и поставщике комплексных инжиниринговых решений России и за рубежом. Сфера деятельности компании охватывает широкий спектр услуг - от производства объемной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георешетки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армированной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георешетки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габионов, композитных анкеров, проектирования и производства собственных специализированных станков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45E714E-9EAD-4391-BEF3-0B8A541D8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04" y="3675889"/>
            <a:ext cx="4867656" cy="279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727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7AE52-C662-42BD-BDF2-920B7B6AE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проекта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DF8345-007A-42EB-BA42-B56EB1CB1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Актуальность разработки обусловлена производственной необходимостью, поскольку сейчас применяется ручной метод анализа брака на производственной линии ГЕОСТЕП, внедрения современных цифровых решений для автоматизации критически важных операций контроля, создания централизованного и структурированного хранилища данных о дефектах, повышения прозрачности и прослеживаемости всех этапов производственного процесса, что в конечном итоге способствует укреплению конкурентных позиций компании на рынке.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786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0532F-C21A-4230-83D1-EF946D6C8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программных средств реализации проекта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09BEFA-F52D-45AD-AC83-544DDDDA9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65192" y="1825625"/>
            <a:ext cx="6388608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/>
              <a:t>	Выбор стека технологий обусловлен требованиями к надёжности, производительности и простоте внедрения в производственных условиях. Выбраны</a:t>
            </a:r>
            <a:r>
              <a:rPr lang="en-US" dirty="0"/>
              <a:t>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PySide6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OSPanel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0C5DE9B-9068-4FA3-A94D-9E900BFF6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22" y="1639838"/>
            <a:ext cx="1717144" cy="144222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D99316-BFDB-4014-BC99-ED0D9A2AC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22" y="3443361"/>
            <a:ext cx="1937959" cy="13255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B48D01C-7E28-490E-9F8E-00A0257DCF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611" y="2317347"/>
            <a:ext cx="2376656" cy="123586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9FD69C4-E038-4AB8-91AE-25FD06D268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021510"/>
            <a:ext cx="4736592" cy="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35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Объект 14">
            <a:extLst>
              <a:ext uri="{FF2B5EF4-FFF2-40B4-BE49-F238E27FC236}">
                <a16:creationId xmlns:a16="http://schemas.microsoft.com/office/drawing/2014/main" id="{63F63852-0C62-483D-845D-62E496F231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892813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Visio" r:id="rId3" imgW="29618209" imgH="21097702" progId="Visio.Drawing.11">
                  <p:embed/>
                </p:oleObj>
              </mc:Choice>
              <mc:Fallback>
                <p:oleObj name="Visio" r:id="rId3" imgW="29618209" imgH="21097702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000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61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0532F-C21A-4230-83D1-EF946D6C8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технического задания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09BEFA-F52D-45AD-AC83-544DDDDA9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Разработка технического задания на создание автоматизированной системы выполнялась с целью формализации требований заказчика и определения исходных данных для последующего создания. При разработке технического задания в качестве основного нормативного документа был использован ГОСТ 34.602-89 «Техническое задание на создание автоматизированной системы» и ГОСТ 15150-69 «Машины, приборы и другие технические изделия».</a:t>
            </a:r>
          </a:p>
        </p:txBody>
      </p:sp>
    </p:spTree>
    <p:extLst>
      <p:ext uri="{BB962C8B-B14F-4D97-AF65-F5344CB8AC3E}">
        <p14:creationId xmlns:p14="http://schemas.microsoft.com/office/powerpoint/2010/main" val="3701270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0532F-C21A-4230-83D1-EF946D6C8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Режимы работы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09BEFA-F52D-45AD-AC83-544DDDDA9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Информационная система контроля качества состоит из трёх основных режимов, организованных в чёткую иерархическую структуру для удобной навигации и эффективного управления производственным процессом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стартовый режим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 работы с камерами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профилактический режим.</a:t>
            </a:r>
          </a:p>
        </p:txBody>
      </p:sp>
    </p:spTree>
    <p:extLst>
      <p:ext uri="{BB962C8B-B14F-4D97-AF65-F5344CB8AC3E}">
        <p14:creationId xmlns:p14="http://schemas.microsoft.com/office/powerpoint/2010/main" val="325217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0532F-C21A-4230-83D1-EF946D6C8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файлов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39E893-DAEF-4ACA-A8A7-A480AB9DE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544" y="1690688"/>
            <a:ext cx="6534912" cy="470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23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D3F3F6-0FFF-4926-89CF-530F1AC5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информационной системы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B7363B6-D8B8-40AB-A5D5-889B18ACD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интерфейса осуществлялась с использованием современных технологий графического программирования. Сначала макеты были разработаны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Qt-Designer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Затем, каждый макет автоматическими средствами преобразовывался в программный код, что обеспечивает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гибкость в разработке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быструю перенастройку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необходимости в коде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удобство в пользовании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эргономику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231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56F808E-7DF2-4392-9E07-F31034A6ACB9}"/>
              </a:ext>
            </a:extLst>
          </p:cNvPr>
          <p:cNvSpPr txBox="1">
            <a:spLocks/>
          </p:cNvSpPr>
          <p:nvPr/>
        </p:nvSpPr>
        <p:spPr>
          <a:xfrm>
            <a:off x="1524000" y="171387"/>
            <a:ext cx="9144000" cy="5601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Липецкой области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ГОАПОУ «Липецкий металлургический колледж»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A51856B8-2732-4F23-A541-B88CA647BD0A}"/>
              </a:ext>
            </a:extLst>
          </p:cNvPr>
          <p:cNvSpPr txBox="1">
            <a:spLocks/>
          </p:cNvSpPr>
          <p:nvPr/>
        </p:nvSpPr>
        <p:spPr>
          <a:xfrm>
            <a:off x="1524000" y="235845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на тему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ct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модуля контроля качества производства </a:t>
            </a:r>
          </a:p>
          <a:p>
            <a:pPr marL="0" indent="0" algn="ct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информационной системы ООО «ПРЕСТОРУСЬ»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0C3FC4F-383E-4140-A32B-BD0E8BB04ACC}"/>
              </a:ext>
            </a:extLst>
          </p:cNvPr>
          <p:cNvSpPr txBox="1">
            <a:spLocks/>
          </p:cNvSpPr>
          <p:nvPr/>
        </p:nvSpPr>
        <p:spPr>
          <a:xfrm>
            <a:off x="4434840" y="6126480"/>
            <a:ext cx="3456432" cy="5601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Липецк 2026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0E45ACF-3005-42C5-91EC-4372C0B296D7}"/>
              </a:ext>
            </a:extLst>
          </p:cNvPr>
          <p:cNvSpPr txBox="1">
            <a:spLocks/>
          </p:cNvSpPr>
          <p:nvPr/>
        </p:nvSpPr>
        <p:spPr>
          <a:xfrm>
            <a:off x="182880" y="4928617"/>
            <a:ext cx="3026664" cy="1757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 проекта студент гр.</a:t>
            </a:r>
          </a:p>
          <a:p>
            <a:pPr algn="l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ИСиП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22-3</a:t>
            </a:r>
          </a:p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Алёхин И. Н.</a:t>
            </a:r>
          </a:p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проекта</a:t>
            </a:r>
          </a:p>
          <a:p>
            <a:pPr algn="l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Туболец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М. И.</a:t>
            </a:r>
          </a:p>
        </p:txBody>
      </p:sp>
    </p:spTree>
    <p:extLst>
      <p:ext uri="{BB962C8B-B14F-4D97-AF65-F5344CB8AC3E}">
        <p14:creationId xmlns:p14="http://schemas.microsoft.com/office/powerpoint/2010/main" val="7963980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391</Words>
  <Application>Microsoft Office PowerPoint</Application>
  <PresentationFormat>Широкоэкранный</PresentationFormat>
  <Paragraphs>45</Paragraphs>
  <Slides>10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Visio</vt:lpstr>
      <vt:lpstr>Министерство образования Липецкой области ГОАПОУ «Липецкий металлургический колледж»</vt:lpstr>
      <vt:lpstr>Компания ООО «ПРЕСТОРУСЬ»</vt:lpstr>
      <vt:lpstr>Актуальность проекта</vt:lpstr>
      <vt:lpstr>Выбор программных средств реализации проекта</vt:lpstr>
      <vt:lpstr>Презентация PowerPoint</vt:lpstr>
      <vt:lpstr>Разработка технического задания</vt:lpstr>
      <vt:lpstr>Режимы работы</vt:lpstr>
      <vt:lpstr>Структура файлов</vt:lpstr>
      <vt:lpstr>Интерфейс информационной системы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образования Липецкой области ГОАПОУ «Липецкий металлургический колледж»</dc:title>
  <dc:creator>alisanemkina3677@gmail.com</dc:creator>
  <cp:lastModifiedBy>alisanemkina3677@gmail.com</cp:lastModifiedBy>
  <cp:revision>9</cp:revision>
  <dcterms:created xsi:type="dcterms:W3CDTF">2026-01-27T05:16:17Z</dcterms:created>
  <dcterms:modified xsi:type="dcterms:W3CDTF">2026-01-29T11:08:31Z</dcterms:modified>
</cp:coreProperties>
</file>